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Monthly Revenue Trend (2025)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thousand)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10096</c:v>
                </c:pt>
                <c:pt idx="1">
                  <c:v>11511</c:v>
                </c:pt>
                <c:pt idx="2">
                  <c:v>13060</c:v>
                </c:pt>
                <c:pt idx="3">
                  <c:v>12223</c:v>
                </c:pt>
                <c:pt idx="4">
                  <c:v>10985</c:v>
                </c:pt>
                <c:pt idx="5">
                  <c:v>12912</c:v>
                </c:pt>
                <c:pt idx="6">
                  <c:v>11746</c:v>
                </c:pt>
                <c:pt idx="7">
                  <c:v>9448</c:v>
                </c:pt>
                <c:pt idx="8">
                  <c:v>9180</c:v>
                </c:pt>
                <c:pt idx="9">
                  <c:v>12501</c:v>
                </c:pt>
                <c:pt idx="10">
                  <c:v>12628</c:v>
                </c:pt>
                <c:pt idx="11">
                  <c:v>12300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Revenue Share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AA6"/>
              </a:solidFill>
              <a:effectLst/>
            </c:spPr>
          </c:dPt>
          <c:dPt>
            <c:idx val="2"/>
            <c:bubble3D val="0"/>
            <c:spPr>
              <a:solidFill>
                <a:srgbClr val="6E8FD0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bubble3D val="0"/>
            <c:spPr>
              <a:solidFill>
                <a:srgbClr val="9FB3D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50779</c:v>
                </c:pt>
                <c:pt idx="1">
                  <c:v>25032</c:v>
                </c:pt>
                <c:pt idx="2">
                  <c:v>22232</c:v>
                </c:pt>
                <c:pt idx="3">
                  <c:v>21522</c:v>
                </c:pt>
                <c:pt idx="4">
                  <c:v>19836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Average Order Value by City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Bengaluru</c:v>
                  </c:pt>
                  <c:pt idx="1">
                    <c:v>Pune</c:v>
                  </c:pt>
                  <c:pt idx="2">
                    <c:v>Mumbai</c:v>
                  </c:pt>
                  <c:pt idx="3">
                    <c:v>Patna</c:v>
                  </c:pt>
                  <c:pt idx="4">
                    <c:v>Kolkata</c:v>
                  </c:pt>
                  <c:pt idx="5">
                    <c:v>Hyderabad</c:v>
                  </c:pt>
                  <c:pt idx="6">
                    <c:v>Delhi</c:v>
                  </c:pt>
                  <c:pt idx="7">
                    <c:v>Gaya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153882</c:v>
                </c:pt>
                <c:pt idx="1">
                  <c:v>146598</c:v>
                </c:pt>
                <c:pt idx="2">
                  <c:v>143184</c:v>
                </c:pt>
                <c:pt idx="3">
                  <c:v>142859</c:v>
                </c:pt>
                <c:pt idx="4">
                  <c:v>141988</c:v>
                </c:pt>
                <c:pt idx="5">
                  <c:v>137334</c:v>
                </c:pt>
                <c:pt idx="6">
                  <c:v>128777</c:v>
                </c:pt>
                <c:pt idx="7">
                  <c:v>122913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Top 5 Products by Revenue (₹'000)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thousand)</c:v>
                </c:pt>
              </c:strCache>
            </c:strRef>
          </c:tx>
          <c:spPr>
            <a:solidFill>
              <a:srgbClr val="3D5A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Laptop</c:v>
                  </c:pt>
                  <c:pt idx="1">
                    <c:v>Mobile</c:v>
                  </c:pt>
                  <c:pt idx="2">
                    <c:v>Book</c:v>
                  </c:pt>
                  <c:pt idx="3">
                    <c:v>Rice</c:v>
                  </c:pt>
                  <c:pt idx="4">
                    <c:v>Chair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25443</c:v>
                </c:pt>
                <c:pt idx="1">
                  <c:v>25336</c:v>
                </c:pt>
                <c:pt idx="2">
                  <c:v>25032</c:v>
                </c:pt>
                <c:pt idx="3">
                  <c:v>22232</c:v>
                </c:pt>
                <c:pt idx="4">
                  <c:v>21522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ApexPlanet Sales — Key Metrics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KPI mock-up  |  Task 2 — EDA &amp; Business Intelligence  |  ApexPlanet Data Analytics Internship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1,000 orders across 8 cities, 6 products, and 5 categories (Jan 2025 – Jan 2026)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KPIs to track ongoing performance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₹139.4M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118872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3264408" y="129844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64408" y="184708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71616" y="118872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29844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₹139,399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71616" y="184708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78824" y="118872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878824" y="129844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78824" y="184708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514600"/>
          <a:ext cx="56235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6263640" y="2514600"/>
          <a:ext cx="5440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2" descr=""/>
          <p:cNvGraphicFramePr/>
          <p:nvPr/>
        </p:nvGraphicFramePr>
        <p:xfrm>
          <a:off x="457200" y="4617720"/>
          <a:ext cx="56235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9" name="Chart 3" descr=""/>
          <p:cNvGraphicFramePr/>
          <p:nvPr/>
        </p:nvGraphicFramePr>
        <p:xfrm>
          <a:off x="6263640" y="4617720"/>
          <a:ext cx="5440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2026-08-08T13:43:13Z</dcterms:created>
  <dcterms:modified xsi:type="dcterms:W3CDTF">2026-08-08T13:43:13Z</dcterms:modified>
</cp:coreProperties>
</file>